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C4295A-2501-4B9B-A647-D5798F4EC54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A900F8-FE9B-49EA-941A-712D9C868D8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17EABBD-180F-4EB2-8C1B-279F2CD53EF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"/>
          <p:cNvCxnSpPr/>
          <p:nvPr/>
        </p:nvCxnSpPr>
        <p:spPr>
          <a:xfrm flipV="1" rot="16200000">
            <a:off x="10080000" y="2742840"/>
            <a:ext cx="540000" cy="540000"/>
          </a:xfrm>
          <a:prstGeom prst="bentConnector3">
            <a:avLst>
              <a:gd name="adj1" fmla="val 49966"/>
            </a:avLst>
          </a:prstGeom>
          <a:ln w="0">
            <a:solidFill>
              <a:srgbClr val="3465A4"/>
            </a:solidFill>
          </a:ln>
        </p:spPr>
      </p:cxnSp>
      <p:sp>
        <p:nvSpPr>
          <p:cNvPr id="12" name=""/>
          <p:cNvSpPr txBox="1"/>
          <p:nvPr/>
        </p:nvSpPr>
        <p:spPr>
          <a:xfrm>
            <a:off x="5257800" y="1427400"/>
            <a:ext cx="2514600" cy="2001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3000" b="0" u="none" strike="noStrike">
              <a:solidFill>
                <a:srgbClr val="1B2259"/>
              </a:solidFill>
              <a:effectLst/>
              <a:uFillTx/>
              <a:latin typeface="Noto Sans Display Black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2508840" y="1900440"/>
            <a:ext cx="2514600" cy="1126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p>
            <a:pPr algn="ctr"/>
            <a:r>
              <a:rPr lang="en-US" sz="3000" b="0" u="none" strike="noStrike">
                <a:solidFill>
                  <a:srgbClr val="FFFFFF"/>
                </a:solidFill>
                <a:effectLst/>
                <a:uFillTx/>
                <a:latin typeface="Noto Sans Display Black"/>
              </a:rPr>
              <a:t>CURRENT STATUS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Noto Sans Display Black"/>
            </a:endParaRPr>
          </a:p>
        </p:txBody>
      </p:sp>
      <p:grpSp>
        <p:nvGrpSpPr>
          <p:cNvPr id="14" name=""/>
          <p:cNvGrpSpPr/>
          <p:nvPr/>
        </p:nvGrpSpPr>
        <p:grpSpPr>
          <a:xfrm>
            <a:off x="-956880" y="720"/>
            <a:ext cx="3242880" cy="5669280"/>
            <a:chOff x="-956880" y="720"/>
            <a:chExt cx="3242880" cy="5669280"/>
          </a:xfrm>
        </p:grpSpPr>
        <p:sp>
          <p:nvSpPr>
            <p:cNvPr id="15" name=""/>
            <p:cNvSpPr/>
            <p:nvPr/>
          </p:nvSpPr>
          <p:spPr>
            <a:xfrm>
              <a:off x="-941040" y="720"/>
              <a:ext cx="2541960" cy="5669280"/>
            </a:xfrm>
            <a:prstGeom prst="rect">
              <a:avLst/>
            </a:prstGeom>
            <a:solidFill>
              <a:srgbClr val="95CBDD"/>
            </a:solidFill>
            <a:ln w="0">
              <a:solidFill>
                <a:srgbClr val="95CBDD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"/>
            <p:cNvSpPr txBox="1"/>
            <p:nvPr/>
          </p:nvSpPr>
          <p:spPr>
            <a:xfrm>
              <a:off x="-860400" y="365400"/>
              <a:ext cx="2514600" cy="16477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 anchorCtr="1">
              <a:spAutoFit/>
            </a:bodyPr>
            <a:p>
              <a:pPr algn="ctr"/>
              <a:r>
                <a:rPr lang="en-US" sz="9000" b="0" u="none" strike="noStrike">
                  <a:solidFill>
                    <a:srgbClr val="1B2259"/>
                  </a:solidFill>
                  <a:effectLst/>
                  <a:uFillTx/>
                  <a:latin typeface="Noto Sans Display Black"/>
                </a:rPr>
                <a:t>3.</a:t>
              </a:r>
              <a:endParaRPr lang="en-US" sz="9000" b="0" u="none" strike="noStrike">
                <a:solidFill>
                  <a:srgbClr val="1B2259"/>
                </a:solidFill>
                <a:effectLst/>
                <a:uFillTx/>
                <a:latin typeface="Noto Sans Display Black"/>
              </a:endParaRPr>
            </a:p>
          </p:txBody>
        </p:sp>
        <p:sp>
          <p:nvSpPr>
            <p:cNvPr id="17" name=""/>
            <p:cNvSpPr txBox="1"/>
            <p:nvPr/>
          </p:nvSpPr>
          <p:spPr>
            <a:xfrm>
              <a:off x="-941040" y="2055240"/>
              <a:ext cx="2514600" cy="9144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ctr" anchorCtr="1">
              <a:spAutoFit/>
            </a:bodyPr>
            <a:p>
              <a:pPr algn="ctr"/>
              <a:r>
                <a:rPr lang="en-US" sz="4000" b="0" u="none" strike="noStrike">
                  <a:solidFill>
                    <a:srgbClr val="1B2259"/>
                  </a:solidFill>
                  <a:effectLst/>
                  <a:uFillTx/>
                  <a:latin typeface="Noto Sans Display Black"/>
                </a:rPr>
                <a:t>SMELL</a:t>
              </a:r>
              <a:endParaRPr lang="en-US" sz="4000" b="0" u="none" strike="noStrike">
                <a:solidFill>
                  <a:srgbClr val="1B2259"/>
                </a:solidFill>
                <a:effectLst/>
                <a:uFillTx/>
                <a:latin typeface="Noto Sans Display Black"/>
              </a:endParaRPr>
            </a:p>
          </p:txBody>
        </p:sp>
        <p:sp>
          <p:nvSpPr>
            <p:cNvPr id="18" name=""/>
            <p:cNvSpPr txBox="1"/>
            <p:nvPr/>
          </p:nvSpPr>
          <p:spPr>
            <a:xfrm>
              <a:off x="-956880" y="3263400"/>
              <a:ext cx="2514600" cy="9144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 anchorCtr="1">
              <a:spAutoFit/>
            </a:bodyPr>
            <a:p>
              <a:pPr algn="ctr"/>
              <a:r>
                <a:rPr lang="en-US" sz="1500" b="0" u="none" strike="noStrike">
                  <a:solidFill>
                    <a:srgbClr val="1B2259"/>
                  </a:solidFill>
                  <a:effectLst/>
                  <a:uFillTx/>
                  <a:latin typeface="Noto Sans Display Black"/>
                </a:rPr>
                <a:t>- Why</a:t>
              </a:r>
              <a:endParaRPr lang="en-US" sz="1500" b="0" u="none" strike="noStrike">
                <a:solidFill>
                  <a:srgbClr val="1B2259"/>
                </a:solidFill>
                <a:effectLst/>
                <a:uFillTx/>
                <a:latin typeface="Noto Sans Display Black"/>
              </a:endParaRPr>
            </a:p>
            <a:p>
              <a:pPr algn="ctr"/>
              <a:r>
                <a:rPr lang="en-US" sz="1500" b="0" u="none" strike="noStrike">
                  <a:solidFill>
                    <a:srgbClr val="1B2259"/>
                  </a:solidFill>
                  <a:effectLst/>
                  <a:uFillTx/>
                  <a:latin typeface="Noto Sans Display Black"/>
                </a:rPr>
                <a:t>- How</a:t>
              </a:r>
              <a:endParaRPr lang="en-US" sz="1500" b="0" u="none" strike="noStrike">
                <a:solidFill>
                  <a:srgbClr val="1B2259"/>
                </a:solidFill>
                <a:effectLst/>
                <a:uFillTx/>
                <a:latin typeface="Noto Sans Display Black"/>
              </a:endParaRPr>
            </a:p>
            <a:p>
              <a:pPr algn="ctr"/>
              <a:r>
                <a:rPr lang="en-US" sz="1500" b="0" u="none" strike="noStrike">
                  <a:solidFill>
                    <a:srgbClr val="1B2259"/>
                  </a:solidFill>
                  <a:effectLst/>
                  <a:uFillTx/>
                  <a:latin typeface="Noto Sans Display Black"/>
                </a:rPr>
                <a:t>- Pros and Cons</a:t>
              </a:r>
              <a:endParaRPr lang="en-US" sz="1500" b="0" u="none" strike="noStrike">
                <a:solidFill>
                  <a:srgbClr val="1B2259"/>
                </a:solidFill>
                <a:effectLst/>
                <a:uFillTx/>
                <a:latin typeface="Noto Sans Display Black"/>
              </a:endParaRPr>
            </a:p>
          </p:txBody>
        </p:sp>
        <p:sp>
          <p:nvSpPr>
            <p:cNvPr id="19" name=""/>
            <p:cNvSpPr/>
            <p:nvPr/>
          </p:nvSpPr>
          <p:spPr>
            <a:xfrm rot="5365800">
              <a:off x="1135080" y="908640"/>
              <a:ext cx="1600200" cy="685800"/>
            </a:xfrm>
            <a:prstGeom prst="triangle">
              <a:avLst>
                <a:gd name="adj" fmla="val 50000"/>
              </a:avLst>
            </a:prstGeom>
            <a:solidFill>
              <a:srgbClr val="95CBDD"/>
            </a:solidFill>
            <a:ln w="0">
              <a:solidFill>
                <a:srgbClr val="95CBDD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" name=""/>
          <p:cNvGrpSpPr/>
          <p:nvPr/>
        </p:nvGrpSpPr>
        <p:grpSpPr>
          <a:xfrm>
            <a:off x="-1505880" y="720"/>
            <a:ext cx="3334680" cy="5669280"/>
            <a:chOff x="-1505880" y="720"/>
            <a:chExt cx="3334680" cy="5669280"/>
          </a:xfrm>
        </p:grpSpPr>
        <p:grpSp>
          <p:nvGrpSpPr>
            <p:cNvPr id="21" name=""/>
            <p:cNvGrpSpPr/>
            <p:nvPr/>
          </p:nvGrpSpPr>
          <p:grpSpPr>
            <a:xfrm>
              <a:off x="-1505880" y="720"/>
              <a:ext cx="2673720" cy="5669280"/>
              <a:chOff x="-1505880" y="720"/>
              <a:chExt cx="2673720" cy="5669280"/>
            </a:xfrm>
          </p:grpSpPr>
          <p:sp>
            <p:nvSpPr>
              <p:cNvPr id="22" name=""/>
              <p:cNvSpPr/>
              <p:nvPr/>
            </p:nvSpPr>
            <p:spPr>
              <a:xfrm>
                <a:off x="-1400040" y="720"/>
                <a:ext cx="2541960" cy="5669280"/>
              </a:xfrm>
              <a:prstGeom prst="rect">
                <a:avLst/>
              </a:prstGeom>
              <a:solidFill>
                <a:srgbClr val="D0E7E6"/>
              </a:solidFill>
              <a:ln w="0">
                <a:solidFill>
                  <a:srgbClr val="D0E7E6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" name=""/>
              <p:cNvSpPr txBox="1"/>
              <p:nvPr/>
            </p:nvSpPr>
            <p:spPr>
              <a:xfrm>
                <a:off x="-1400040" y="3283560"/>
                <a:ext cx="2514600" cy="914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tIns="45000" rIns="90000" bIns="45000" anchor="t" anchorCtr="1">
                <a:spAutoFit/>
              </a:bodyPr>
              <a:p>
                <a:pPr algn="ctr"/>
                <a:r>
                  <a:rPr lang="en-US" sz="1500" b="0" u="none" strike="noStrike">
                    <a:solidFill>
                      <a:srgbClr val="1B2259"/>
                    </a:solidFill>
                    <a:effectLst/>
                    <a:uFillTx/>
                    <a:latin typeface="Noto Sans Display Black"/>
                  </a:rPr>
                  <a:t>- Why</a:t>
                </a:r>
                <a:endParaRPr lang="en-US" sz="1500" b="0" u="none" strike="noStrike">
                  <a:solidFill>
                    <a:srgbClr val="1B2259"/>
                  </a:solidFill>
                  <a:effectLst/>
                  <a:uFillTx/>
                  <a:latin typeface="Noto Sans Display Black"/>
                </a:endParaRPr>
              </a:p>
              <a:p>
                <a:pPr algn="ctr"/>
                <a:r>
                  <a:rPr lang="en-US" sz="1500" b="0" u="none" strike="noStrike">
                    <a:solidFill>
                      <a:srgbClr val="1B2259"/>
                    </a:solidFill>
                    <a:effectLst/>
                    <a:uFillTx/>
                    <a:latin typeface="Noto Sans Display Black"/>
                  </a:rPr>
                  <a:t>- How</a:t>
                </a:r>
                <a:endParaRPr lang="en-US" sz="1500" b="0" u="none" strike="noStrike">
                  <a:solidFill>
                    <a:srgbClr val="1B2259"/>
                  </a:solidFill>
                  <a:effectLst/>
                  <a:uFillTx/>
                  <a:latin typeface="Noto Sans Display Black"/>
                </a:endParaRPr>
              </a:p>
              <a:p>
                <a:pPr algn="ctr"/>
                <a:r>
                  <a:rPr lang="en-US" sz="1500" b="0" u="none" strike="noStrike">
                    <a:solidFill>
                      <a:srgbClr val="1B2259"/>
                    </a:solidFill>
                    <a:effectLst/>
                    <a:uFillTx/>
                    <a:latin typeface="Noto Sans Display Black"/>
                  </a:rPr>
                  <a:t>- Pros and Cons</a:t>
                </a:r>
                <a:endParaRPr lang="en-US" sz="1500" b="0" u="none" strike="noStrike">
                  <a:solidFill>
                    <a:srgbClr val="1B2259"/>
                  </a:solidFill>
                  <a:effectLst/>
                  <a:uFillTx/>
                  <a:latin typeface="Noto Sans Display Black"/>
                </a:endParaRPr>
              </a:p>
            </p:txBody>
          </p:sp>
          <p:sp>
            <p:nvSpPr>
              <p:cNvPr id="24" name=""/>
              <p:cNvSpPr txBox="1"/>
              <p:nvPr/>
            </p:nvSpPr>
            <p:spPr>
              <a:xfrm>
                <a:off x="-1505880" y="1789920"/>
                <a:ext cx="2620440" cy="14742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tIns="45000" rIns="90000" bIns="45000" anchor="ctr" anchorCtr="1">
                <a:spAutoFit/>
              </a:bodyPr>
              <a:p>
                <a:pPr algn="ctr"/>
                <a:r>
                  <a:rPr lang="en-US" sz="3500" b="0" u="none" strike="noStrike">
                    <a:solidFill>
                      <a:srgbClr val="1B2259"/>
                    </a:solidFill>
                    <a:effectLst/>
                    <a:uFillTx/>
                    <a:latin typeface="Noto Sans Display Black"/>
                  </a:rPr>
                  <a:t>COLLECT</a:t>
                </a:r>
                <a:endParaRPr lang="en-US" sz="3500" b="0" u="none" strike="noStrike">
                  <a:solidFill>
                    <a:srgbClr val="1B2259"/>
                  </a:solidFill>
                  <a:effectLst/>
                  <a:uFillTx/>
                  <a:latin typeface="Noto Sans Display Black"/>
                </a:endParaRPr>
              </a:p>
            </p:txBody>
          </p:sp>
          <p:sp>
            <p:nvSpPr>
              <p:cNvPr id="25" name=""/>
              <p:cNvSpPr txBox="1"/>
              <p:nvPr/>
            </p:nvSpPr>
            <p:spPr>
              <a:xfrm>
                <a:off x="-1346760" y="365400"/>
                <a:ext cx="2514600" cy="164772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tIns="45000" rIns="90000" bIns="45000" anchor="t" anchorCtr="1">
                <a:spAutoFit/>
              </a:bodyPr>
              <a:p>
                <a:pPr algn="ctr"/>
                <a:r>
                  <a:rPr lang="en-US" sz="9000" b="0" u="none" strike="noStrike">
                    <a:solidFill>
                      <a:srgbClr val="1B2259"/>
                    </a:solidFill>
                    <a:effectLst/>
                    <a:uFillTx/>
                    <a:latin typeface="Noto Sans Display Black"/>
                  </a:rPr>
                  <a:t>4.</a:t>
                </a:r>
                <a:endParaRPr lang="en-US" sz="9000" b="0" u="none" strike="noStrike">
                  <a:solidFill>
                    <a:srgbClr val="1B2259"/>
                  </a:solidFill>
                  <a:effectLst/>
                  <a:uFillTx/>
                  <a:latin typeface="Noto Sans Display Black"/>
                </a:endParaRPr>
              </a:p>
            </p:txBody>
          </p:sp>
        </p:grpSp>
        <p:sp>
          <p:nvSpPr>
            <p:cNvPr id="26" name=""/>
            <p:cNvSpPr/>
            <p:nvPr/>
          </p:nvSpPr>
          <p:spPr>
            <a:xfrm rot="5434800">
              <a:off x="677520" y="873360"/>
              <a:ext cx="1600200" cy="685800"/>
            </a:xfrm>
            <a:prstGeom prst="triangle">
              <a:avLst>
                <a:gd name="adj" fmla="val 50000"/>
              </a:avLst>
            </a:prstGeom>
            <a:solidFill>
              <a:srgbClr val="D0E7E6"/>
            </a:solidFill>
            <a:ln w="0">
              <a:solidFill>
                <a:srgbClr val="D0E7E6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7" name=""/>
          <p:cNvGrpSpPr/>
          <p:nvPr/>
        </p:nvGrpSpPr>
        <p:grpSpPr>
          <a:xfrm>
            <a:off x="-1828800" y="720"/>
            <a:ext cx="3261240" cy="5669280"/>
            <a:chOff x="-1828800" y="720"/>
            <a:chExt cx="3261240" cy="5669280"/>
          </a:xfrm>
        </p:grpSpPr>
        <p:sp>
          <p:nvSpPr>
            <p:cNvPr id="28" name=""/>
            <p:cNvSpPr/>
            <p:nvPr/>
          </p:nvSpPr>
          <p:spPr>
            <a:xfrm>
              <a:off x="-1777680" y="720"/>
              <a:ext cx="2541960" cy="5669280"/>
            </a:xfrm>
            <a:prstGeom prst="rect">
              <a:avLst/>
            </a:prstGeom>
            <a:solidFill>
              <a:srgbClr val="4274D9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" name=""/>
            <p:cNvSpPr txBox="1"/>
            <p:nvPr/>
          </p:nvSpPr>
          <p:spPr>
            <a:xfrm>
              <a:off x="-1697040" y="365400"/>
              <a:ext cx="2569680" cy="16477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 anchorCtr="1">
              <a:spAutoFit/>
            </a:bodyPr>
            <a:p>
              <a:pPr algn="ctr"/>
              <a:r>
                <a:rPr lang="en-US" sz="9000" b="0" u="none" strike="noStrike">
                  <a:solidFill>
                    <a:srgbClr val="FFFFFF"/>
                  </a:solidFill>
                  <a:effectLst/>
                  <a:uFillTx/>
                  <a:latin typeface="Noto Sans Display Black"/>
                </a:rPr>
                <a:t>2.</a:t>
              </a:r>
              <a:endParaRPr lang="en-US" sz="9000" b="0" u="none" strike="noStrike">
                <a:solidFill>
                  <a:srgbClr val="FFFFFF"/>
                </a:solidFill>
                <a:effectLst/>
                <a:uFillTx/>
                <a:latin typeface="Noto Sans Display Black"/>
              </a:endParaRPr>
            </a:p>
          </p:txBody>
        </p:sp>
        <p:sp>
          <p:nvSpPr>
            <p:cNvPr id="30" name=""/>
            <p:cNvSpPr txBox="1"/>
            <p:nvPr/>
          </p:nvSpPr>
          <p:spPr>
            <a:xfrm>
              <a:off x="-1777680" y="1901160"/>
              <a:ext cx="2569680" cy="1143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ctr" anchorCtr="1">
              <a:spAutoFit/>
            </a:bodyPr>
            <a:p>
              <a:pPr algn="ctr"/>
              <a:r>
                <a:rPr lang="en-US" sz="4000" b="0" u="none" strike="noStrike">
                  <a:solidFill>
                    <a:srgbClr val="FFFFFF"/>
                  </a:solidFill>
                  <a:effectLst/>
                  <a:uFillTx/>
                  <a:latin typeface="Noto Sans Display Black"/>
                </a:rPr>
                <a:t>SPACE</a:t>
              </a:r>
              <a:endParaRPr lang="en-US" sz="4000" b="0" u="none" strike="noStrike">
                <a:solidFill>
                  <a:srgbClr val="FFFFFF"/>
                </a:solidFill>
                <a:effectLst/>
                <a:uFillTx/>
                <a:latin typeface="Noto Sans Display Black"/>
              </a:endParaRPr>
            </a:p>
          </p:txBody>
        </p:sp>
        <p:sp>
          <p:nvSpPr>
            <p:cNvPr id="31" name=""/>
            <p:cNvSpPr txBox="1"/>
            <p:nvPr/>
          </p:nvSpPr>
          <p:spPr>
            <a:xfrm>
              <a:off x="-1828800" y="3243240"/>
              <a:ext cx="2569680" cy="87228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 anchorCtr="1">
              <a:spAutoFit/>
            </a:bodyPr>
            <a:p>
              <a:pPr algn="ctr"/>
              <a:r>
                <a:rPr lang="en-US" sz="1500" b="0" u="none" strike="noStrike">
                  <a:solidFill>
                    <a:srgbClr val="FFFFFF"/>
                  </a:solidFill>
                  <a:effectLst/>
                  <a:uFillTx/>
                  <a:latin typeface="Noto Sans Display Black"/>
                </a:rPr>
                <a:t>- Why</a:t>
              </a:r>
              <a:endParaRPr lang="en-US" sz="1500" b="0" u="none" strike="noStrike">
                <a:solidFill>
                  <a:srgbClr val="FFFFFF"/>
                </a:solidFill>
                <a:effectLst/>
                <a:uFillTx/>
                <a:latin typeface="Noto Sans Display Black"/>
              </a:endParaRPr>
            </a:p>
            <a:p>
              <a:pPr algn="ctr"/>
              <a:r>
                <a:rPr lang="en-US" sz="1500" b="0" u="none" strike="noStrike">
                  <a:solidFill>
                    <a:srgbClr val="FFFFFF"/>
                  </a:solidFill>
                  <a:effectLst/>
                  <a:uFillTx/>
                  <a:latin typeface="Noto Sans Display Black"/>
                </a:rPr>
                <a:t>- How</a:t>
              </a:r>
              <a:endParaRPr lang="en-US" sz="1500" b="0" u="none" strike="noStrike">
                <a:solidFill>
                  <a:srgbClr val="FFFFFF"/>
                </a:solidFill>
                <a:effectLst/>
                <a:uFillTx/>
                <a:latin typeface="Noto Sans Display Black"/>
              </a:endParaRPr>
            </a:p>
            <a:p>
              <a:pPr algn="ctr"/>
              <a:r>
                <a:rPr lang="en-US" sz="1500" b="0" u="none" strike="noStrike">
                  <a:solidFill>
                    <a:srgbClr val="FFFFFF"/>
                  </a:solidFill>
                  <a:effectLst/>
                  <a:uFillTx/>
                  <a:latin typeface="Noto Sans Display Black"/>
                </a:rPr>
                <a:t>- Pros and Cons</a:t>
              </a:r>
              <a:endParaRPr lang="en-US" sz="1500" b="0" u="none" strike="noStrike">
                <a:solidFill>
                  <a:srgbClr val="FFFFFF"/>
                </a:solidFill>
                <a:effectLst/>
                <a:uFillTx/>
                <a:latin typeface="Noto Sans Display Black"/>
              </a:endParaRPr>
            </a:p>
          </p:txBody>
        </p:sp>
        <p:sp>
          <p:nvSpPr>
            <p:cNvPr id="32" name=""/>
            <p:cNvSpPr/>
            <p:nvPr/>
          </p:nvSpPr>
          <p:spPr>
            <a:xfrm rot="5409600">
              <a:off x="286920" y="922320"/>
              <a:ext cx="1600200" cy="685800"/>
            </a:xfrm>
            <a:prstGeom prst="triangle">
              <a:avLst>
                <a:gd name="adj" fmla="val 50000"/>
              </a:avLst>
            </a:prstGeom>
            <a:solidFill>
              <a:srgbClr val="4274D9"/>
            </a:solidFill>
            <a:ln w="0">
              <a:solidFill>
                <a:srgbClr val="4274D9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3" name=""/>
          <p:cNvGrpSpPr/>
          <p:nvPr/>
        </p:nvGrpSpPr>
        <p:grpSpPr>
          <a:xfrm>
            <a:off x="-2286000" y="720"/>
            <a:ext cx="3237480" cy="5669280"/>
            <a:chOff x="-2286000" y="720"/>
            <a:chExt cx="3237480" cy="5669280"/>
          </a:xfrm>
        </p:grpSpPr>
        <p:sp>
          <p:nvSpPr>
            <p:cNvPr id="34" name=""/>
            <p:cNvSpPr/>
            <p:nvPr/>
          </p:nvSpPr>
          <p:spPr>
            <a:xfrm>
              <a:off x="-2276280" y="720"/>
              <a:ext cx="2541960" cy="5669280"/>
            </a:xfrm>
            <a:prstGeom prst="rect">
              <a:avLst/>
            </a:prstGeom>
            <a:solidFill>
              <a:srgbClr val="293581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pPr algn="ctr"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 Black"/>
              </a:endParaRPr>
            </a:p>
          </p:txBody>
        </p:sp>
        <p:sp>
          <p:nvSpPr>
            <p:cNvPr id="35" name=""/>
            <p:cNvSpPr txBox="1"/>
            <p:nvPr/>
          </p:nvSpPr>
          <p:spPr>
            <a:xfrm>
              <a:off x="-2286000" y="1900440"/>
              <a:ext cx="2514600" cy="112644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 anchorCtr="1">
              <a:spAutoFit/>
            </a:bodyPr>
            <a:p>
              <a:pPr algn="ctr"/>
              <a:r>
                <a:rPr lang="en-US" sz="3000" b="0" u="none" strike="noStrike">
                  <a:solidFill>
                    <a:srgbClr val="FFFFFF"/>
                  </a:solidFill>
                  <a:effectLst/>
                  <a:uFillTx/>
                  <a:latin typeface="Noto Sans Display Black"/>
                </a:rPr>
                <a:t>CURRENT STATUS</a:t>
              </a:r>
              <a:endParaRPr lang="en-US" sz="3000" b="0" u="none" strike="noStrike">
                <a:solidFill>
                  <a:srgbClr val="FFFFFF"/>
                </a:solidFill>
                <a:effectLst/>
                <a:uFillTx/>
                <a:latin typeface="Noto Sans Display Black"/>
              </a:endParaRPr>
            </a:p>
          </p:txBody>
        </p:sp>
        <p:sp>
          <p:nvSpPr>
            <p:cNvPr id="36" name=""/>
            <p:cNvSpPr txBox="1"/>
            <p:nvPr/>
          </p:nvSpPr>
          <p:spPr>
            <a:xfrm>
              <a:off x="-2221560" y="364680"/>
              <a:ext cx="2487240" cy="16477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 anchorCtr="1">
              <a:spAutoFit/>
            </a:bodyPr>
            <a:p>
              <a:pPr algn="ctr"/>
              <a:r>
                <a:rPr lang="en-US" sz="9000" b="0" u="none" strike="noStrike">
                  <a:solidFill>
                    <a:srgbClr val="FFFFFF"/>
                  </a:solidFill>
                  <a:effectLst/>
                  <a:uFillTx/>
                  <a:latin typeface="Noto Sans Display Black"/>
                </a:rPr>
                <a:t>1.</a:t>
              </a:r>
              <a:endParaRPr lang="en-US" sz="9000" b="0" u="none" strike="noStrike">
                <a:solidFill>
                  <a:srgbClr val="FFFFFF"/>
                </a:solidFill>
                <a:effectLst/>
                <a:uFillTx/>
                <a:latin typeface="Noto Sans Display Black"/>
              </a:endParaRPr>
            </a:p>
          </p:txBody>
        </p:sp>
        <p:sp>
          <p:nvSpPr>
            <p:cNvPr id="37" name=""/>
            <p:cNvSpPr txBox="1"/>
            <p:nvPr/>
          </p:nvSpPr>
          <p:spPr>
            <a:xfrm>
              <a:off x="-2286000" y="3256200"/>
              <a:ext cx="2514600" cy="1087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 anchorCtr="1">
              <a:spAutoFit/>
            </a:bodyPr>
            <a:p>
              <a:pPr algn="ctr"/>
              <a:r>
                <a:rPr lang="en-US" sz="1500" b="0" u="none" strike="noStrike">
                  <a:solidFill>
                    <a:srgbClr val="FFFFFF"/>
                  </a:solidFill>
                  <a:effectLst/>
                  <a:uFillTx/>
                  <a:latin typeface="Noto Sans Display Black"/>
                </a:rPr>
                <a:t>- Space</a:t>
              </a:r>
              <a:endParaRPr lang="en-US" sz="1500" b="0" u="none" strike="noStrike">
                <a:solidFill>
                  <a:srgbClr val="FFFFFF"/>
                </a:solidFill>
                <a:effectLst/>
                <a:uFillTx/>
                <a:latin typeface="Noto Sans Display Black"/>
              </a:endParaRPr>
            </a:p>
            <a:p>
              <a:pPr algn="ctr"/>
              <a:r>
                <a:rPr lang="en-US" sz="1500" b="0" u="none" strike="noStrike">
                  <a:solidFill>
                    <a:srgbClr val="FFFFFF"/>
                  </a:solidFill>
                  <a:effectLst/>
                  <a:uFillTx/>
                  <a:latin typeface="Noto Sans Display Black"/>
                </a:rPr>
                <a:t>- Smell</a:t>
              </a:r>
              <a:endParaRPr lang="en-US" sz="1500" b="0" u="none" strike="noStrike">
                <a:solidFill>
                  <a:srgbClr val="FFFFFF"/>
                </a:solidFill>
                <a:effectLst/>
                <a:uFillTx/>
                <a:latin typeface="Noto Sans Display Black"/>
              </a:endParaRPr>
            </a:p>
            <a:p>
              <a:pPr algn="ctr"/>
              <a:r>
                <a:rPr lang="en-US" sz="1500" b="0" u="none" strike="noStrike">
                  <a:solidFill>
                    <a:srgbClr val="FFFFFF"/>
                  </a:solidFill>
                  <a:effectLst/>
                  <a:uFillTx/>
                  <a:latin typeface="Noto Sans Display Black"/>
                </a:rPr>
                <a:t>- Collection</a:t>
              </a:r>
              <a:endParaRPr lang="en-US" sz="1500" b="0" u="none" strike="noStrike">
                <a:solidFill>
                  <a:srgbClr val="FFFFFF"/>
                </a:solidFill>
                <a:effectLst/>
                <a:uFillTx/>
                <a:latin typeface="Noto Sans Display Black"/>
              </a:endParaRPr>
            </a:p>
          </p:txBody>
        </p:sp>
        <p:sp>
          <p:nvSpPr>
            <p:cNvPr id="38" name=""/>
            <p:cNvSpPr/>
            <p:nvPr/>
          </p:nvSpPr>
          <p:spPr>
            <a:xfrm rot="5371800">
              <a:off x="-197640" y="866520"/>
              <a:ext cx="1600200" cy="685800"/>
            </a:xfrm>
            <a:prstGeom prst="triangle">
              <a:avLst>
                <a:gd name="adj" fmla="val 50000"/>
              </a:avLst>
            </a:prstGeom>
            <a:solidFill>
              <a:srgbClr val="293581"/>
            </a:solidFill>
            <a:ln w="0">
              <a:solidFill>
                <a:srgbClr val="293581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"/>
          <p:cNvCxnSpPr/>
          <p:nvPr/>
        </p:nvCxnSpPr>
        <p:spPr>
          <a:xfrm flipV="1" rot="16200000">
            <a:off x="10080000" y="2742840"/>
            <a:ext cx="540000" cy="540000"/>
          </a:xfrm>
          <a:prstGeom prst="bentConnector3">
            <a:avLst>
              <a:gd name="adj1" fmla="val 49966"/>
            </a:avLst>
          </a:prstGeom>
          <a:ln w="0">
            <a:solidFill>
              <a:srgbClr val="3465A4"/>
            </a:solidFill>
          </a:ln>
        </p:spPr>
      </p:cxnSp>
      <p:sp>
        <p:nvSpPr>
          <p:cNvPr id="40" name=""/>
          <p:cNvSpPr txBox="1"/>
          <p:nvPr/>
        </p:nvSpPr>
        <p:spPr>
          <a:xfrm>
            <a:off x="5257800" y="1427400"/>
            <a:ext cx="2514600" cy="2001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endParaRPr lang="en-US" sz="3000" b="0" u="none" strike="noStrike">
              <a:solidFill>
                <a:srgbClr val="1B2259"/>
              </a:solidFill>
              <a:effectLst/>
              <a:uFillTx/>
              <a:latin typeface="Noto Sans Display Black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2508840" y="1900440"/>
            <a:ext cx="2514600" cy="1126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p>
            <a:pPr algn="ctr"/>
            <a:r>
              <a:rPr lang="en-US" sz="3000" b="0" u="none" strike="noStrike">
                <a:solidFill>
                  <a:srgbClr val="FFFFFF"/>
                </a:solidFill>
                <a:effectLst/>
                <a:uFillTx/>
                <a:latin typeface="Noto Sans Display Black"/>
              </a:rPr>
              <a:t>CURRENT STATUS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Noto Sans Display Black"/>
            </a:endParaRPr>
          </a:p>
        </p:txBody>
      </p:sp>
      <p:grpSp>
        <p:nvGrpSpPr>
          <p:cNvPr id="42" name=""/>
          <p:cNvGrpSpPr/>
          <p:nvPr/>
        </p:nvGrpSpPr>
        <p:grpSpPr>
          <a:xfrm>
            <a:off x="7484760" y="0"/>
            <a:ext cx="2673720" cy="5669280"/>
            <a:chOff x="7484760" y="0"/>
            <a:chExt cx="2673720" cy="5669280"/>
          </a:xfrm>
        </p:grpSpPr>
        <p:sp>
          <p:nvSpPr>
            <p:cNvPr id="43" name=""/>
            <p:cNvSpPr/>
            <p:nvPr/>
          </p:nvSpPr>
          <p:spPr>
            <a:xfrm>
              <a:off x="7590600" y="0"/>
              <a:ext cx="2541960" cy="5669280"/>
            </a:xfrm>
            <a:prstGeom prst="rect">
              <a:avLst/>
            </a:prstGeom>
            <a:solidFill>
              <a:srgbClr val="D0E7E6"/>
            </a:solidFill>
            <a:ln w="0">
              <a:solidFill>
                <a:srgbClr val="D0E7E6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"/>
            <p:cNvSpPr txBox="1"/>
            <p:nvPr/>
          </p:nvSpPr>
          <p:spPr>
            <a:xfrm>
              <a:off x="7590600" y="3282840"/>
              <a:ext cx="2514600" cy="9144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 anchorCtr="1">
              <a:spAutoFit/>
            </a:bodyPr>
            <a:p>
              <a:pPr algn="ctr"/>
              <a:r>
                <a:rPr lang="en-US" sz="1500" b="0" u="none" strike="noStrike">
                  <a:solidFill>
                    <a:srgbClr val="1B2259"/>
                  </a:solidFill>
                  <a:effectLst/>
                  <a:uFillTx/>
                  <a:latin typeface="Noto Sans Display Black"/>
                </a:rPr>
                <a:t>- Why</a:t>
              </a:r>
              <a:endParaRPr lang="en-US" sz="1500" b="0" u="none" strike="noStrike">
                <a:solidFill>
                  <a:srgbClr val="1B2259"/>
                </a:solidFill>
                <a:effectLst/>
                <a:uFillTx/>
                <a:latin typeface="Noto Sans Display Black"/>
              </a:endParaRPr>
            </a:p>
            <a:p>
              <a:pPr algn="ctr"/>
              <a:r>
                <a:rPr lang="en-US" sz="1500" b="0" u="none" strike="noStrike">
                  <a:solidFill>
                    <a:srgbClr val="1B2259"/>
                  </a:solidFill>
                  <a:effectLst/>
                  <a:uFillTx/>
                  <a:latin typeface="Noto Sans Display Black"/>
                </a:rPr>
                <a:t>- How</a:t>
              </a:r>
              <a:endParaRPr lang="en-US" sz="1500" b="0" u="none" strike="noStrike">
                <a:solidFill>
                  <a:srgbClr val="1B2259"/>
                </a:solidFill>
                <a:effectLst/>
                <a:uFillTx/>
                <a:latin typeface="Noto Sans Display Black"/>
              </a:endParaRPr>
            </a:p>
            <a:p>
              <a:pPr algn="ctr"/>
              <a:r>
                <a:rPr lang="en-US" sz="1500" b="0" u="none" strike="noStrike">
                  <a:solidFill>
                    <a:srgbClr val="1B2259"/>
                  </a:solidFill>
                  <a:effectLst/>
                  <a:uFillTx/>
                  <a:latin typeface="Noto Sans Display Black"/>
                </a:rPr>
                <a:t>- Pros and Cons</a:t>
              </a:r>
              <a:endParaRPr lang="en-US" sz="1500" b="0" u="none" strike="noStrike">
                <a:solidFill>
                  <a:srgbClr val="1B2259"/>
                </a:solidFill>
                <a:effectLst/>
                <a:uFillTx/>
                <a:latin typeface="Noto Sans Display Black"/>
              </a:endParaRPr>
            </a:p>
          </p:txBody>
        </p:sp>
        <p:sp>
          <p:nvSpPr>
            <p:cNvPr id="45" name=""/>
            <p:cNvSpPr txBox="1"/>
            <p:nvPr/>
          </p:nvSpPr>
          <p:spPr>
            <a:xfrm>
              <a:off x="7484760" y="1789200"/>
              <a:ext cx="2620440" cy="1474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ctr" anchorCtr="1">
              <a:spAutoFit/>
            </a:bodyPr>
            <a:p>
              <a:pPr algn="ctr"/>
              <a:r>
                <a:rPr lang="en-US" sz="3000" b="0" u="none" strike="noStrike">
                  <a:solidFill>
                    <a:srgbClr val="1B2259"/>
                  </a:solidFill>
                  <a:effectLst/>
                  <a:uFillTx/>
                  <a:latin typeface="Noto Sans Display Black"/>
                </a:rPr>
                <a:t>COLLECTION</a:t>
              </a:r>
              <a:endParaRPr lang="en-US" sz="3000" b="0" u="none" strike="noStrike">
                <a:solidFill>
                  <a:srgbClr val="1B2259"/>
                </a:solidFill>
                <a:effectLst/>
                <a:uFillTx/>
                <a:latin typeface="Noto Sans Display Black"/>
              </a:endParaRPr>
            </a:p>
          </p:txBody>
        </p:sp>
        <p:sp>
          <p:nvSpPr>
            <p:cNvPr id="46" name=""/>
            <p:cNvSpPr txBox="1"/>
            <p:nvPr/>
          </p:nvSpPr>
          <p:spPr>
            <a:xfrm>
              <a:off x="7643880" y="364680"/>
              <a:ext cx="2514600" cy="16477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 anchorCtr="1">
              <a:spAutoFit/>
            </a:bodyPr>
            <a:p>
              <a:pPr algn="ctr"/>
              <a:r>
                <a:rPr lang="en-US" sz="9000" b="0" u="none" strike="noStrike">
                  <a:solidFill>
                    <a:srgbClr val="1B2259"/>
                  </a:solidFill>
                  <a:effectLst/>
                  <a:uFillTx/>
                  <a:latin typeface="Noto Sans Display Black"/>
                </a:rPr>
                <a:t>4.</a:t>
              </a:r>
              <a:endParaRPr lang="en-US" sz="9000" b="0" u="none" strike="noStrike">
                <a:solidFill>
                  <a:srgbClr val="1B2259"/>
                </a:solidFill>
                <a:effectLst/>
                <a:uFillTx/>
                <a:latin typeface="Noto Sans Display Black"/>
              </a:endParaRPr>
            </a:p>
          </p:txBody>
        </p:sp>
      </p:grpSp>
      <p:grpSp>
        <p:nvGrpSpPr>
          <p:cNvPr id="47" name=""/>
          <p:cNvGrpSpPr/>
          <p:nvPr/>
        </p:nvGrpSpPr>
        <p:grpSpPr>
          <a:xfrm>
            <a:off x="5029200" y="720"/>
            <a:ext cx="3242880" cy="5669280"/>
            <a:chOff x="5029200" y="720"/>
            <a:chExt cx="3242880" cy="5669280"/>
          </a:xfrm>
        </p:grpSpPr>
        <p:sp>
          <p:nvSpPr>
            <p:cNvPr id="48" name=""/>
            <p:cNvSpPr/>
            <p:nvPr/>
          </p:nvSpPr>
          <p:spPr>
            <a:xfrm>
              <a:off x="5045040" y="720"/>
              <a:ext cx="2541960" cy="5669280"/>
            </a:xfrm>
            <a:prstGeom prst="rect">
              <a:avLst/>
            </a:prstGeom>
            <a:solidFill>
              <a:srgbClr val="95CBDD"/>
            </a:solidFill>
            <a:ln w="0">
              <a:solidFill>
                <a:srgbClr val="95CBDD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"/>
            <p:cNvSpPr txBox="1"/>
            <p:nvPr/>
          </p:nvSpPr>
          <p:spPr>
            <a:xfrm>
              <a:off x="5125680" y="365400"/>
              <a:ext cx="2514600" cy="16477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 anchorCtr="1">
              <a:spAutoFit/>
            </a:bodyPr>
            <a:p>
              <a:pPr algn="ctr"/>
              <a:r>
                <a:rPr lang="en-US" sz="9000" b="0" u="none" strike="noStrike">
                  <a:solidFill>
                    <a:srgbClr val="1B2259"/>
                  </a:solidFill>
                  <a:effectLst/>
                  <a:uFillTx/>
                  <a:latin typeface="Noto Sans Display Black"/>
                </a:rPr>
                <a:t>3.</a:t>
              </a:r>
              <a:endParaRPr lang="en-US" sz="9000" b="0" u="none" strike="noStrike">
                <a:solidFill>
                  <a:srgbClr val="1B2259"/>
                </a:solidFill>
                <a:effectLst/>
                <a:uFillTx/>
                <a:latin typeface="Noto Sans Display Black"/>
              </a:endParaRPr>
            </a:p>
          </p:txBody>
        </p:sp>
        <p:sp>
          <p:nvSpPr>
            <p:cNvPr id="50" name=""/>
            <p:cNvSpPr txBox="1"/>
            <p:nvPr/>
          </p:nvSpPr>
          <p:spPr>
            <a:xfrm>
              <a:off x="5045040" y="2055240"/>
              <a:ext cx="2514600" cy="9144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ctr" anchorCtr="1">
              <a:spAutoFit/>
            </a:bodyPr>
            <a:p>
              <a:pPr algn="ctr"/>
              <a:r>
                <a:rPr lang="en-US" sz="4000" b="0" u="none" strike="noStrike">
                  <a:solidFill>
                    <a:srgbClr val="1B2259"/>
                  </a:solidFill>
                  <a:effectLst/>
                  <a:uFillTx/>
                  <a:latin typeface="Noto Sans Display Black"/>
                </a:rPr>
                <a:t>SMELL</a:t>
              </a:r>
              <a:endParaRPr lang="en-US" sz="4000" b="0" u="none" strike="noStrike">
                <a:solidFill>
                  <a:srgbClr val="1B2259"/>
                </a:solidFill>
                <a:effectLst/>
                <a:uFillTx/>
                <a:latin typeface="Noto Sans Display Black"/>
              </a:endParaRPr>
            </a:p>
          </p:txBody>
        </p:sp>
        <p:sp>
          <p:nvSpPr>
            <p:cNvPr id="51" name=""/>
            <p:cNvSpPr txBox="1"/>
            <p:nvPr/>
          </p:nvSpPr>
          <p:spPr>
            <a:xfrm>
              <a:off x="5029200" y="3263400"/>
              <a:ext cx="2514600" cy="9144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 anchorCtr="1">
              <a:spAutoFit/>
            </a:bodyPr>
            <a:p>
              <a:pPr algn="ctr"/>
              <a:r>
                <a:rPr lang="en-US" sz="1500" b="0" u="none" strike="noStrike">
                  <a:solidFill>
                    <a:srgbClr val="1B2259"/>
                  </a:solidFill>
                  <a:effectLst/>
                  <a:uFillTx/>
                  <a:latin typeface="Noto Sans Display Black"/>
                </a:rPr>
                <a:t>- Why</a:t>
              </a:r>
              <a:endParaRPr lang="en-US" sz="1500" b="0" u="none" strike="noStrike">
                <a:solidFill>
                  <a:srgbClr val="1B2259"/>
                </a:solidFill>
                <a:effectLst/>
                <a:uFillTx/>
                <a:latin typeface="Noto Sans Display Black"/>
              </a:endParaRPr>
            </a:p>
            <a:p>
              <a:pPr algn="ctr"/>
              <a:r>
                <a:rPr lang="en-US" sz="1500" b="0" u="none" strike="noStrike">
                  <a:solidFill>
                    <a:srgbClr val="1B2259"/>
                  </a:solidFill>
                  <a:effectLst/>
                  <a:uFillTx/>
                  <a:latin typeface="Noto Sans Display Black"/>
                </a:rPr>
                <a:t>- How</a:t>
              </a:r>
              <a:endParaRPr lang="en-US" sz="1500" b="0" u="none" strike="noStrike">
                <a:solidFill>
                  <a:srgbClr val="1B2259"/>
                </a:solidFill>
                <a:effectLst/>
                <a:uFillTx/>
                <a:latin typeface="Noto Sans Display Black"/>
              </a:endParaRPr>
            </a:p>
            <a:p>
              <a:pPr algn="ctr"/>
              <a:r>
                <a:rPr lang="en-US" sz="1500" b="0" u="none" strike="noStrike">
                  <a:solidFill>
                    <a:srgbClr val="1B2259"/>
                  </a:solidFill>
                  <a:effectLst/>
                  <a:uFillTx/>
                  <a:latin typeface="Noto Sans Display Black"/>
                </a:rPr>
                <a:t>- Pros and Cons</a:t>
              </a:r>
              <a:endParaRPr lang="en-US" sz="1500" b="0" u="none" strike="noStrike">
                <a:solidFill>
                  <a:srgbClr val="1B2259"/>
                </a:solidFill>
                <a:effectLst/>
                <a:uFillTx/>
                <a:latin typeface="Noto Sans Display Black"/>
              </a:endParaRPr>
            </a:p>
          </p:txBody>
        </p:sp>
        <p:sp>
          <p:nvSpPr>
            <p:cNvPr id="52" name=""/>
            <p:cNvSpPr/>
            <p:nvPr/>
          </p:nvSpPr>
          <p:spPr>
            <a:xfrm rot="5365800">
              <a:off x="7121160" y="908640"/>
              <a:ext cx="1600200" cy="685800"/>
            </a:xfrm>
            <a:prstGeom prst="triangle">
              <a:avLst>
                <a:gd name="adj" fmla="val 50000"/>
              </a:avLst>
            </a:prstGeom>
            <a:solidFill>
              <a:srgbClr val="95CBDD"/>
            </a:solidFill>
            <a:ln w="0">
              <a:solidFill>
                <a:srgbClr val="95CBDD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3" name=""/>
          <p:cNvGrpSpPr/>
          <p:nvPr/>
        </p:nvGrpSpPr>
        <p:grpSpPr>
          <a:xfrm>
            <a:off x="2453760" y="720"/>
            <a:ext cx="3261240" cy="5669280"/>
            <a:chOff x="2453760" y="720"/>
            <a:chExt cx="3261240" cy="5669280"/>
          </a:xfrm>
        </p:grpSpPr>
        <p:sp>
          <p:nvSpPr>
            <p:cNvPr id="54" name=""/>
            <p:cNvSpPr/>
            <p:nvPr/>
          </p:nvSpPr>
          <p:spPr>
            <a:xfrm>
              <a:off x="2504880" y="720"/>
              <a:ext cx="2541960" cy="5669280"/>
            </a:xfrm>
            <a:prstGeom prst="rect">
              <a:avLst/>
            </a:prstGeom>
            <a:solidFill>
              <a:srgbClr val="4274D9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" name=""/>
            <p:cNvSpPr txBox="1"/>
            <p:nvPr/>
          </p:nvSpPr>
          <p:spPr>
            <a:xfrm>
              <a:off x="2585520" y="365400"/>
              <a:ext cx="2569680" cy="16477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 anchorCtr="1">
              <a:spAutoFit/>
            </a:bodyPr>
            <a:p>
              <a:pPr algn="ctr"/>
              <a:r>
                <a:rPr lang="en-US" sz="9000" b="0" u="none" strike="noStrike">
                  <a:solidFill>
                    <a:srgbClr val="FFFFFF"/>
                  </a:solidFill>
                  <a:effectLst/>
                  <a:uFillTx/>
                  <a:latin typeface="Noto Sans Display Black"/>
                </a:rPr>
                <a:t>2.</a:t>
              </a:r>
              <a:endParaRPr lang="en-US" sz="9000" b="0" u="none" strike="noStrike">
                <a:solidFill>
                  <a:srgbClr val="FFFFFF"/>
                </a:solidFill>
                <a:effectLst/>
                <a:uFillTx/>
                <a:latin typeface="Noto Sans Display Black"/>
              </a:endParaRPr>
            </a:p>
          </p:txBody>
        </p:sp>
        <p:sp>
          <p:nvSpPr>
            <p:cNvPr id="56" name=""/>
            <p:cNvSpPr txBox="1"/>
            <p:nvPr/>
          </p:nvSpPr>
          <p:spPr>
            <a:xfrm>
              <a:off x="2504880" y="1901160"/>
              <a:ext cx="2569680" cy="1143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ctr" anchorCtr="1">
              <a:spAutoFit/>
            </a:bodyPr>
            <a:p>
              <a:pPr algn="ctr"/>
              <a:r>
                <a:rPr lang="en-US" sz="4000" b="0" u="none" strike="noStrike">
                  <a:solidFill>
                    <a:srgbClr val="FFFFFF"/>
                  </a:solidFill>
                  <a:effectLst/>
                  <a:uFillTx/>
                  <a:latin typeface="Noto Sans Display Black"/>
                </a:rPr>
                <a:t>SPACE</a:t>
              </a:r>
              <a:endParaRPr lang="en-US" sz="4000" b="0" u="none" strike="noStrike">
                <a:solidFill>
                  <a:srgbClr val="FFFFFF"/>
                </a:solidFill>
                <a:effectLst/>
                <a:uFillTx/>
                <a:latin typeface="Noto Sans Display Black"/>
              </a:endParaRPr>
            </a:p>
          </p:txBody>
        </p:sp>
        <p:sp>
          <p:nvSpPr>
            <p:cNvPr id="57" name=""/>
            <p:cNvSpPr txBox="1"/>
            <p:nvPr/>
          </p:nvSpPr>
          <p:spPr>
            <a:xfrm>
              <a:off x="2453760" y="3243240"/>
              <a:ext cx="2569680" cy="87228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 anchorCtr="1">
              <a:spAutoFit/>
            </a:bodyPr>
            <a:p>
              <a:pPr algn="ctr"/>
              <a:r>
                <a:rPr lang="en-US" sz="1500" b="0" u="none" strike="noStrike">
                  <a:solidFill>
                    <a:srgbClr val="FFFFFF"/>
                  </a:solidFill>
                  <a:effectLst/>
                  <a:uFillTx/>
                  <a:latin typeface="Noto Sans Display Black"/>
                </a:rPr>
                <a:t>- Why</a:t>
              </a:r>
              <a:endParaRPr lang="en-US" sz="1500" b="0" u="none" strike="noStrike">
                <a:solidFill>
                  <a:srgbClr val="FFFFFF"/>
                </a:solidFill>
                <a:effectLst/>
                <a:uFillTx/>
                <a:latin typeface="Noto Sans Display Black"/>
              </a:endParaRPr>
            </a:p>
            <a:p>
              <a:pPr algn="ctr"/>
              <a:r>
                <a:rPr lang="en-US" sz="1500" b="0" u="none" strike="noStrike">
                  <a:solidFill>
                    <a:srgbClr val="FFFFFF"/>
                  </a:solidFill>
                  <a:effectLst/>
                  <a:uFillTx/>
                  <a:latin typeface="Noto Sans Display Black"/>
                </a:rPr>
                <a:t>- How</a:t>
              </a:r>
              <a:endParaRPr lang="en-US" sz="1500" b="0" u="none" strike="noStrike">
                <a:solidFill>
                  <a:srgbClr val="FFFFFF"/>
                </a:solidFill>
                <a:effectLst/>
                <a:uFillTx/>
                <a:latin typeface="Noto Sans Display Black"/>
              </a:endParaRPr>
            </a:p>
            <a:p>
              <a:pPr algn="ctr"/>
              <a:r>
                <a:rPr lang="en-US" sz="1500" b="0" u="none" strike="noStrike">
                  <a:solidFill>
                    <a:srgbClr val="FFFFFF"/>
                  </a:solidFill>
                  <a:effectLst/>
                  <a:uFillTx/>
                  <a:latin typeface="Noto Sans Display Black"/>
                </a:rPr>
                <a:t>- Pros and Cons</a:t>
              </a:r>
              <a:endParaRPr lang="en-US" sz="1500" b="0" u="none" strike="noStrike">
                <a:solidFill>
                  <a:srgbClr val="FFFFFF"/>
                </a:solidFill>
                <a:effectLst/>
                <a:uFillTx/>
                <a:latin typeface="Noto Sans Display Black"/>
              </a:endParaRPr>
            </a:p>
          </p:txBody>
        </p:sp>
        <p:sp>
          <p:nvSpPr>
            <p:cNvPr id="58" name=""/>
            <p:cNvSpPr/>
            <p:nvPr/>
          </p:nvSpPr>
          <p:spPr>
            <a:xfrm rot="5409600">
              <a:off x="4569480" y="922320"/>
              <a:ext cx="1600200" cy="685800"/>
            </a:xfrm>
            <a:prstGeom prst="triangle">
              <a:avLst>
                <a:gd name="adj" fmla="val 50000"/>
              </a:avLst>
            </a:prstGeom>
            <a:solidFill>
              <a:srgbClr val="4274D9"/>
            </a:solidFill>
            <a:ln w="0">
              <a:solidFill>
                <a:srgbClr val="4274D9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9" name=""/>
          <p:cNvGrpSpPr/>
          <p:nvPr/>
        </p:nvGrpSpPr>
        <p:grpSpPr>
          <a:xfrm>
            <a:off x="-37080" y="0"/>
            <a:ext cx="3237480" cy="5669280"/>
            <a:chOff x="-37080" y="0"/>
            <a:chExt cx="3237480" cy="5669280"/>
          </a:xfrm>
        </p:grpSpPr>
        <p:sp>
          <p:nvSpPr>
            <p:cNvPr id="60" name=""/>
            <p:cNvSpPr/>
            <p:nvPr/>
          </p:nvSpPr>
          <p:spPr>
            <a:xfrm>
              <a:off x="-27360" y="0"/>
              <a:ext cx="2541960" cy="5669280"/>
            </a:xfrm>
            <a:prstGeom prst="rect">
              <a:avLst/>
            </a:prstGeom>
            <a:solidFill>
              <a:srgbClr val="293581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 Black"/>
              </a:endParaRPr>
            </a:p>
          </p:txBody>
        </p:sp>
        <p:sp>
          <p:nvSpPr>
            <p:cNvPr id="61" name=""/>
            <p:cNvSpPr txBox="1"/>
            <p:nvPr/>
          </p:nvSpPr>
          <p:spPr>
            <a:xfrm>
              <a:off x="-37080" y="1899720"/>
              <a:ext cx="2514600" cy="112644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 anchorCtr="1">
              <a:spAutoFit/>
            </a:bodyPr>
            <a:p>
              <a:pPr algn="ctr"/>
              <a:r>
                <a:rPr lang="en-US" sz="3000" b="0" u="none" strike="noStrike">
                  <a:solidFill>
                    <a:srgbClr val="FFFFFF"/>
                  </a:solidFill>
                  <a:effectLst/>
                  <a:uFillTx/>
                  <a:latin typeface="Noto Sans Display Black"/>
                </a:rPr>
                <a:t>CURRENT STATUS</a:t>
              </a:r>
              <a:endParaRPr lang="en-US" sz="3000" b="0" u="none" strike="noStrike">
                <a:solidFill>
                  <a:srgbClr val="FFFFFF"/>
                </a:solidFill>
                <a:effectLst/>
                <a:uFillTx/>
                <a:latin typeface="Noto Sans Display Black"/>
              </a:endParaRPr>
            </a:p>
          </p:txBody>
        </p:sp>
        <p:sp>
          <p:nvSpPr>
            <p:cNvPr id="62" name=""/>
            <p:cNvSpPr txBox="1"/>
            <p:nvPr/>
          </p:nvSpPr>
          <p:spPr>
            <a:xfrm>
              <a:off x="27360" y="363960"/>
              <a:ext cx="2487240" cy="16477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 anchorCtr="1">
              <a:spAutoFit/>
            </a:bodyPr>
            <a:p>
              <a:pPr algn="ctr"/>
              <a:r>
                <a:rPr lang="en-US" sz="9000" b="0" u="none" strike="noStrike">
                  <a:solidFill>
                    <a:srgbClr val="FFFFFF"/>
                  </a:solidFill>
                  <a:effectLst/>
                  <a:uFillTx/>
                  <a:latin typeface="Noto Sans Display Black"/>
                </a:rPr>
                <a:t>1.</a:t>
              </a:r>
              <a:endParaRPr lang="en-US" sz="9000" b="0" u="none" strike="noStrike">
                <a:solidFill>
                  <a:srgbClr val="FFFFFF"/>
                </a:solidFill>
                <a:effectLst/>
                <a:uFillTx/>
                <a:latin typeface="Noto Sans Display Black"/>
              </a:endParaRPr>
            </a:p>
          </p:txBody>
        </p:sp>
        <p:sp>
          <p:nvSpPr>
            <p:cNvPr id="63" name=""/>
            <p:cNvSpPr txBox="1"/>
            <p:nvPr/>
          </p:nvSpPr>
          <p:spPr>
            <a:xfrm>
              <a:off x="-37080" y="3255480"/>
              <a:ext cx="2514600" cy="10872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tIns="45000" rIns="90000" bIns="45000" anchor="t" anchorCtr="1">
              <a:spAutoFit/>
            </a:bodyPr>
            <a:p>
              <a:pPr algn="ctr"/>
              <a:r>
                <a:rPr lang="en-US" sz="1500" b="0" u="none" strike="noStrike">
                  <a:solidFill>
                    <a:srgbClr val="FFFFFF"/>
                  </a:solidFill>
                  <a:effectLst/>
                  <a:uFillTx/>
                  <a:latin typeface="Noto Sans Display Black"/>
                </a:rPr>
                <a:t>- Space</a:t>
              </a:r>
              <a:endParaRPr lang="en-US" sz="1500" b="0" u="none" strike="noStrike">
                <a:solidFill>
                  <a:srgbClr val="FFFFFF"/>
                </a:solidFill>
                <a:effectLst/>
                <a:uFillTx/>
                <a:latin typeface="Noto Sans Display Black"/>
              </a:endParaRPr>
            </a:p>
            <a:p>
              <a:pPr algn="ctr"/>
              <a:r>
                <a:rPr lang="en-US" sz="1500" b="0" u="none" strike="noStrike">
                  <a:solidFill>
                    <a:srgbClr val="FFFFFF"/>
                  </a:solidFill>
                  <a:effectLst/>
                  <a:uFillTx/>
                  <a:latin typeface="Noto Sans Display Black"/>
                </a:rPr>
                <a:t>- Smell</a:t>
              </a:r>
              <a:endParaRPr lang="en-US" sz="1500" b="0" u="none" strike="noStrike">
                <a:solidFill>
                  <a:srgbClr val="FFFFFF"/>
                </a:solidFill>
                <a:effectLst/>
                <a:uFillTx/>
                <a:latin typeface="Noto Sans Display Black"/>
              </a:endParaRPr>
            </a:p>
            <a:p>
              <a:pPr algn="ctr"/>
              <a:r>
                <a:rPr lang="en-US" sz="1500" b="0" u="none" strike="noStrike">
                  <a:solidFill>
                    <a:srgbClr val="FFFFFF"/>
                  </a:solidFill>
                  <a:effectLst/>
                  <a:uFillTx/>
                  <a:latin typeface="Noto Sans Display Black"/>
                </a:rPr>
                <a:t>- Collection</a:t>
              </a:r>
              <a:endParaRPr lang="en-US" sz="1500" b="0" u="none" strike="noStrike">
                <a:solidFill>
                  <a:srgbClr val="FFFFFF"/>
                </a:solidFill>
                <a:effectLst/>
                <a:uFillTx/>
                <a:latin typeface="Noto Sans Display Black"/>
              </a:endParaRPr>
            </a:p>
          </p:txBody>
        </p:sp>
        <p:sp>
          <p:nvSpPr>
            <p:cNvPr id="64" name=""/>
            <p:cNvSpPr/>
            <p:nvPr/>
          </p:nvSpPr>
          <p:spPr>
            <a:xfrm rot="5371800">
              <a:off x="2050920" y="865800"/>
              <a:ext cx="1600200" cy="685800"/>
            </a:xfrm>
            <a:prstGeom prst="triangle">
              <a:avLst>
                <a:gd name="adj" fmla="val 50000"/>
              </a:avLst>
            </a:prstGeom>
            <a:solidFill>
              <a:srgbClr val="293581"/>
            </a:solidFill>
            <a:ln w="0">
              <a:solidFill>
                <a:srgbClr val="293581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>
        <p:newsflash/>
      </p:transition>
    </mc:Choice>
    <mc:Fallback>
      <p:transition spd="slow">
        <p:newsflash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LibreOffice/26.2.5.2$Linux_X86_64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2026-10-02T16:22:04Z</dcterms:created>
  <dc:creator/>
  <dc:description/>
  <dc:language>en-US</dc:language>
  <cp:lastModifiedBy/>
  <dcterms:modified xsi:type="dcterms:W3CDTF">2026-10-02T18:19:07Z</dcterms:modified>
  <cp:revision>1</cp:revision>
  <dc:subject/>
  <dc:title/>
</cp:coreProperties>
</file>